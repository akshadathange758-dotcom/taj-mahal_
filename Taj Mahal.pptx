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5EE6-B4B5-2C12-0BE6-8DFC9BE0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376E7-ADDB-DFC0-B661-E5490F3BA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87D-71AA-1931-65AF-0DCD0757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E6581-A489-BC7B-02B3-492B43EF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F8106-80A5-2ED4-430A-5F5F06F8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2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1C38-45DE-2338-0284-99522F70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B123-EFF1-C4F6-DA05-51F278C74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26A65-D285-B14C-FFFB-7F2EBE42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B4413-625E-96E9-8DCD-C01DEBAC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39287-E0C2-A206-3228-A9DB7EA3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53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C1ED-9976-E92A-F941-6BD4E48B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D88C-FFCC-4895-308C-FE4902D31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CC9D8-7173-6BEA-FB58-C306FDA4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C306C-A2C8-6FA6-1D2C-14A2B356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47AB6-6CE4-D39C-1393-4B907506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09FA-2BF6-AB43-9D0B-C15CB95F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00387-A91C-9FFF-4093-DE8538256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9E266-29CC-A002-AFE5-2FA465B69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38E65-22F2-0465-56AD-7B1C5580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98955-AA23-9A0E-B308-26BBB937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73689-1218-2FA4-8A95-B8C14DA6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9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A977E-487B-CCC9-B823-177954A9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18A42-AD75-5817-A07C-074451E92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460D1-0727-1793-3F2C-48543B1D4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AC44D-E13A-473F-A0AD-FDEAD27CC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991BB-44E3-47D1-AE11-E8E7E15EA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ADBEB-1107-AA43-D171-6229CCEC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8FA29E-98E4-5E66-9AA0-611442F8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223B4-B65B-1B0D-DAA2-0BA37220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504B-5153-EF7C-443B-5A7F39BD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7FE4E-6421-4A91-61CB-841F47AE6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06799-B4E2-C319-9C60-CC72BD976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DDA41-E68E-4C01-DF11-DE5F3D20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7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D61EC-1822-0FB1-9077-A2E117DFC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724F4-9232-772C-E695-0BB432BC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30DBA-DB64-02E0-A8E4-E170BB66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7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68C7-A27B-0520-91F6-4F80F20E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2A6D-8EE6-602A-0DEA-3DD082C82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0C8E7-3A5C-A963-CB78-9B1D1A4A8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AD7F9-1097-C916-51DD-87123CF0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757A5-2C4F-29E3-057C-110C27A10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78C19-4BD8-9AD1-88DC-F5CEA0C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0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28BA-A576-DCE9-BB7C-C60678E9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68B2C-BB2D-976C-D030-DC00CBB18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B85A8-7AEA-650B-81DB-1E8947910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F2103-C142-0141-AF1D-2F020E83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4C7ED-C612-2DF6-52A5-DC92FE2A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CB1C2-E25B-2F75-C153-BB934853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1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A8EA-D883-6485-9100-4DC2EC03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38D21-3AD0-BA81-F23D-DDE534FE5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F26F-8E0E-E22F-EBE3-FDC372E3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9387A-FC4E-BD9C-741F-B7ECE61E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F2F8A-7843-C6FA-6620-52ED5258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2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C3FF8-62FC-7956-888C-7371C289A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6A86F-529E-DFAA-CB0F-9FE4D9E1B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77753-4BB8-3086-96B8-C1059CB8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F2AB5-5FDF-3669-A51A-E669CA56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02508-33D3-0B61-1756-412C398B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CCA1F-3439-7C7B-0953-0902CE3E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35A7A-31D6-5908-103A-0C5E3CDC4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93235-E9EC-39E3-112D-776E54D06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8C65E-A7C4-41B0-80E3-12B0E101CFE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695D-9E27-B9A7-9799-A4461E71B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D453-F9A4-A1CE-87C6-295C28E72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775C3-0E56-4DB0-A745-AFDE87C67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6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kshadathange758-dotcom.github.io/-taj-mahal-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5EDD-0756-50F4-2E8B-629E05F16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688258"/>
            <a:ext cx="9144000" cy="1022402"/>
          </a:xfrm>
        </p:spPr>
        <p:txBody>
          <a:bodyPr>
            <a:noAutofit/>
          </a:bodyPr>
          <a:lstStyle/>
          <a:p>
            <a:pPr algn="l"/>
            <a:r>
              <a:rPr lang="en-US" sz="2000" dirty="0" err="1"/>
              <a:t>Name:Akshada</a:t>
            </a:r>
            <a:r>
              <a:rPr lang="en-US" sz="2000" dirty="0"/>
              <a:t> Thange</a:t>
            </a:r>
            <a:br>
              <a:rPr lang="en-US" sz="2000" dirty="0"/>
            </a:br>
            <a:r>
              <a:rPr lang="en-US" sz="2000" dirty="0"/>
              <a:t>PRN NO: 2125UCAF1041</a:t>
            </a:r>
            <a:br>
              <a:rPr lang="en-US" sz="2000" dirty="0"/>
            </a:br>
            <a:r>
              <a:rPr lang="en-US" sz="2000" dirty="0"/>
              <a:t>Project Link: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4ACB5-8B37-6C47-6F65-B19A7183CAA7}"/>
              </a:ext>
            </a:extLst>
          </p:cNvPr>
          <p:cNvSpPr txBox="1"/>
          <p:nvPr/>
        </p:nvSpPr>
        <p:spPr>
          <a:xfrm>
            <a:off x="1563328" y="1341328"/>
            <a:ext cx="699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https://akshadathange758-dotcom.github.io/-taj-mahal-/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043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Name:Akshada Thange PRN NO: 2125UCAF1041 Project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Aadesh Thange</dc:creator>
  <cp:lastModifiedBy>Aadesh Thange</cp:lastModifiedBy>
  <cp:revision>1</cp:revision>
  <dcterms:created xsi:type="dcterms:W3CDTF">2026-03-30T14:26:22Z</dcterms:created>
  <dcterms:modified xsi:type="dcterms:W3CDTF">2026-03-30T14:27:26Z</dcterms:modified>
</cp:coreProperties>
</file>